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B82668-4C01-4066-B7C8-74A50056A73C}" v="2" dt="2024-12-18T08:14:50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2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ng Lu" userId="11dccc5a-6538-46c6-be7d-d9237730454e" providerId="ADAL" clId="{7FB82668-4C01-4066-B7C8-74A50056A73C}"/>
    <pc:docChg chg="undo custSel addSld modSld">
      <pc:chgData name="Peng Lu" userId="11dccc5a-6538-46c6-be7d-d9237730454e" providerId="ADAL" clId="{7FB82668-4C01-4066-B7C8-74A50056A73C}" dt="2024-12-18T08:31:13.662" v="40" actId="1038"/>
      <pc:docMkLst>
        <pc:docMk/>
      </pc:docMkLst>
      <pc:sldChg chg="addSp delSp modSp new mod">
        <pc:chgData name="Peng Lu" userId="11dccc5a-6538-46c6-be7d-d9237730454e" providerId="ADAL" clId="{7FB82668-4C01-4066-B7C8-74A50056A73C}" dt="2024-12-18T08:31:13.662" v="40" actId="1038"/>
        <pc:sldMkLst>
          <pc:docMk/>
          <pc:sldMk cId="1527466767" sldId="256"/>
        </pc:sldMkLst>
        <pc:spChg chg="del">
          <ac:chgData name="Peng Lu" userId="11dccc5a-6538-46c6-be7d-d9237730454e" providerId="ADAL" clId="{7FB82668-4C01-4066-B7C8-74A50056A73C}" dt="2024-12-18T08:14:17.549" v="1" actId="478"/>
          <ac:spMkLst>
            <pc:docMk/>
            <pc:sldMk cId="1527466767" sldId="256"/>
            <ac:spMk id="2" creationId="{F9963926-1231-F042-67BE-C310D61E8026}"/>
          </ac:spMkLst>
        </pc:spChg>
        <pc:spChg chg="del">
          <ac:chgData name="Peng Lu" userId="11dccc5a-6538-46c6-be7d-d9237730454e" providerId="ADAL" clId="{7FB82668-4C01-4066-B7C8-74A50056A73C}" dt="2024-12-18T08:14:17.549" v="1" actId="478"/>
          <ac:spMkLst>
            <pc:docMk/>
            <pc:sldMk cId="1527466767" sldId="256"/>
            <ac:spMk id="3" creationId="{14812CEC-B1C0-A144-7A69-98E87FAB1A96}"/>
          </ac:spMkLst>
        </pc:spChg>
        <pc:picChg chg="add mod ord">
          <ac:chgData name="Peng Lu" userId="11dccc5a-6538-46c6-be7d-d9237730454e" providerId="ADAL" clId="{7FB82668-4C01-4066-B7C8-74A50056A73C}" dt="2024-12-18T08:19:25.168" v="25" actId="166"/>
          <ac:picMkLst>
            <pc:docMk/>
            <pc:sldMk cId="1527466767" sldId="256"/>
            <ac:picMk id="5" creationId="{E6029610-B065-C359-FD27-524FFFFDB295}"/>
          </ac:picMkLst>
        </pc:picChg>
        <pc:picChg chg="add mod modCrop">
          <ac:chgData name="Peng Lu" userId="11dccc5a-6538-46c6-be7d-d9237730454e" providerId="ADAL" clId="{7FB82668-4C01-4066-B7C8-74A50056A73C}" dt="2024-12-18T08:31:13.662" v="40" actId="1038"/>
          <ac:picMkLst>
            <pc:docMk/>
            <pc:sldMk cId="1527466767" sldId="256"/>
            <ac:picMk id="7" creationId="{CE85E334-FFD6-1FAB-0BA1-4298E7E84D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B8453-0A71-E586-2296-DD03E5CD9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0C3D9-5CB8-6406-2295-E012A48EF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C04C4-57DF-E9BE-9A8E-54385F9B5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8A8E-A598-46F9-8350-7E25DB8AF78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04B4A-F6E4-8347-1585-9B491593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4C4FC-D96A-9396-BE04-B8AB5D28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9302-0223-4F48-B203-7199EFF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60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47670-A80F-FE43-05C8-90D3F4C0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7FF2A-ED49-5892-8DCE-A339AA145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C68E4-7E08-CC68-EDE3-13236C258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8A8E-A598-46F9-8350-7E25DB8AF78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BCE1A-7FB6-8E68-20E2-1BC6A3E8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2D9A5-8B57-7165-B2DE-BE45621E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9302-0223-4F48-B203-7199EFF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5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3F2E5-5EA2-10D4-4969-935C47E6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1C81A-246E-7E5D-B0BB-D29F66EE9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CFE52-9D4C-28F2-4E5D-9AD8925C3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8A8E-A598-46F9-8350-7E25DB8AF78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4153E-63CC-05F9-DF07-1E4D00FB6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1F2D2-4DA1-C96E-1EFD-FCBEFFC8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9302-0223-4F48-B203-7199EFF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80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0857C-2572-BE73-8583-06309BF7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BF425-556B-95E9-5E1D-345D5E28C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9312E-08CB-983B-332D-40830D028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32938-1A53-68A2-0B7C-5DBE76ED0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8A8E-A598-46F9-8350-7E25DB8AF78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38AE8-5463-C18D-FF55-CFD4911E3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78E51-88AF-AAD1-ABAC-F5FBCD24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9302-0223-4F48-B203-7199EFF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7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D85A-CF17-B88F-AD47-FDFDE1D0A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ECFDC-272F-D718-76D0-9D8A35386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5072B-1F2D-6C73-3D30-6094F62B6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675DAD-CA08-9879-06AD-7821AFE04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F76C7-2398-8386-D5C2-93B2A7CD6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76882C-DBCD-B7B4-9952-4574D08B5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8A8E-A598-46F9-8350-7E25DB8AF78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F34670-83BE-C491-5DF5-0CFA5962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0D35E9-9404-417F-8A88-054292B8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9302-0223-4F48-B203-7199EFF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26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FF642-BA5F-00A0-662A-34CFEBA08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98EC2-6010-817B-CF9E-38BD887C9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8A8E-A598-46F9-8350-7E25DB8AF78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47C79-D434-0C41-F6E0-BB6F2C98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F9C8A-5B61-4131-6B23-55E2C13FA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9302-0223-4F48-B203-7199EFF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26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4D2038-6B85-5AFE-D0F2-1CC93B8C1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8A8E-A598-46F9-8350-7E25DB8AF78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AA86D-8D3F-73C3-7305-23943FEB0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E5114-89AA-3C98-1160-BCB720F93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9302-0223-4F48-B203-7199EFF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9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28229-E267-37DB-A8C2-137D39D4B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7FDDB-C1FA-29BA-98C9-3C9D0E1BB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63644-6DDA-052A-EC0F-CC7F5C7AE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ABA83-0BA8-298A-E957-1879A9776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8A8E-A598-46F9-8350-7E25DB8AF78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0B4C7-9782-E2B2-DC86-5428DE3A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D7ACD-4B19-B4E2-C027-6D9BD5AD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9302-0223-4F48-B203-7199EFF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49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F23AA-E2BA-B581-9136-1BA1CE7EF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8A72BC-DCD8-1DD4-7469-7521C46DB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FEE3C-E7A6-50DF-DC0A-AA4B26C48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F5E2A-5CC6-04F1-07F7-7AF022FF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8A8E-A598-46F9-8350-7E25DB8AF78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1001A-9098-9044-D555-DBD305ADA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4F15F-3AA3-B29C-C356-3AAA667A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9302-0223-4F48-B203-7199EFF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91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6996A-B416-5355-27C1-8424F0A2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EDC4C-542E-89FF-62B1-4FE0F942C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F58C-DA23-0C06-3B5C-5CAF6FB4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8A8E-A598-46F9-8350-7E25DB8AF78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63D6E-2287-2978-C9BA-96237278E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AFC10-D892-5164-33DE-0918332B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9302-0223-4F48-B203-7199EFF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09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C5689D-F520-9C79-29BF-F86021997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6AFFB-DA50-911C-6A97-A147D98A7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C240B-FC6C-0F84-F2D3-83D9A94D0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8A8E-A598-46F9-8350-7E25DB8AF78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C43F9-0DFE-6E96-B6D7-D2A3C33C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0AF8E-3C1C-B91F-517B-0D3CF0F0F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9302-0223-4F48-B203-7199EFF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8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9F9E4-FD5D-A511-77AD-BC2ECD566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53CD2-B802-24A8-2C55-081EB9F84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7FBC8-1890-DF27-6B85-754CB0596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18A8E-A598-46F9-8350-7E25DB8AF78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31740-BB34-7D05-C227-BDAC05826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7172A-0303-DEBA-272B-32E887965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09302-0223-4F48-B203-7199EFF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1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standing in a room&#10;&#10;Description automatically generated">
            <a:extLst>
              <a:ext uri="{FF2B5EF4-FFF2-40B4-BE49-F238E27FC236}">
                <a16:creationId xmlns:a16="http://schemas.microsoft.com/office/drawing/2014/main" id="{CE85E334-FFD6-1FAB-0BA1-4298E7E84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4" r="3912"/>
          <a:stretch/>
        </p:blipFill>
        <p:spPr>
          <a:xfrm>
            <a:off x="4693023" y="0"/>
            <a:ext cx="7382435" cy="6118412"/>
          </a:xfrm>
          <a:prstGeom prst="rect">
            <a:avLst/>
          </a:prstGeom>
        </p:spPr>
      </p:pic>
      <p:pic>
        <p:nvPicPr>
          <p:cNvPr id="5" name="Picture 4" descr="A group of men standing next to a drone&#10;&#10;Description automatically generated">
            <a:extLst>
              <a:ext uri="{FF2B5EF4-FFF2-40B4-BE49-F238E27FC236}">
                <a16:creationId xmlns:a16="http://schemas.microsoft.com/office/drawing/2014/main" id="{E6029610-B065-C359-FD27-524FFFFDB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0"/>
            <a:ext cx="4884861" cy="611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6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Peng Lu</dc:creator>
  <cp:lastModifiedBy>Peng Lu</cp:lastModifiedBy>
  <cp:revision>1</cp:revision>
  <dcterms:created xsi:type="dcterms:W3CDTF">2024-12-18T08:14:12Z</dcterms:created>
  <dcterms:modified xsi:type="dcterms:W3CDTF">2024-12-18T08:31:19Z</dcterms:modified>
</cp:coreProperties>
</file>